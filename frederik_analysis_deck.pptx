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92024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does the LLM disambiguation stage actually help?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383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decomposition of retriever–LLM interaction in biomedical entity linking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4937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Moritz · Mohamed · Snehpreet</a:t>
            </a:r>
            <a:endParaRPr lang="en-US" sz="16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Frederik  ·  NLP Lab, University of Bonn (9 CP)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pivoted: from method to analysis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5303520" cy="4297680"/>
          </a:xfrm>
          <a:prstGeom prst="roundRect">
            <a:avLst>
              <a:gd name="adj" fmla="val 1702"/>
            </a:avLst>
          </a:prstGeom>
          <a:solidFill>
            <a:srgbClr val="EAF0FB"/>
          </a:solidFill>
          <a:ln/>
          <a:effectLst>
            <a:outerShdw sx="100000" sy="100000" kx="0" ky="0" algn="bl" rotWithShape="0" blurRad="76200" dist="25400" dir="5400000">
              <a:srgbClr val="BFBFBF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old goal is closed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SOTA on BC5CDR is 94.7 (ANGEL, trained generative) — a saturated, specialised slot.</a:t>
            </a:r>
            <a:endParaRPr lang="en-US" sz="15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"LLM as disambiguator" idea was already published as SOTA (Ye &amp; Mitchell, ACL 2025, "+16 pts").</a:t>
            </a:r>
            <a:endParaRPr lang="en-US" sz="15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D5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Beating either with an open 4B model is not realistic — and not a paper.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09360" y="1645920"/>
            <a:ext cx="5303520" cy="4297680"/>
          </a:xfrm>
          <a:prstGeom prst="roundRect">
            <a:avLst>
              <a:gd name="adj" fmla="val 1702"/>
            </a:avLst>
          </a:prstGeom>
          <a:solidFill>
            <a:srgbClr val="F3F7FD"/>
          </a:solidFill>
          <a:ln/>
          <a:effectLst>
            <a:outerShdw sx="100000" sy="100000" kx="0" ky="0" algn="bl" rotWithShape="0" blurRad="76200" dist="25400" dir="5400000">
              <a:srgbClr val="BFBFBF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 nobody answers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583680" y="228600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and why does the LLM stage help — and when does it hurt?</a:t>
            </a:r>
            <a:endParaRPr lang="en-US" sz="15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 keeps bolting LLMs onto EL pipelines, tested on easy benchmarks.</a:t>
            </a:r>
            <a:endParaRPr lang="en-US" sz="15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009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our reproduced BioLinkerAI pipeline as a measuring instrument.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closest work stands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566160" cy="3566160"/>
          </a:xfrm>
          <a:prstGeom prst="roundRect">
            <a:avLst>
              <a:gd name="adj" fmla="val 2051"/>
            </a:avLst>
          </a:prstGeom>
          <a:solidFill>
            <a:srgbClr val="EAF0FB"/>
          </a:solidFill>
          <a:ln/>
          <a:effectLst>
            <a:outerShdw sx="100000" sy="100000" kx="0" ky="0" algn="bl" rotWithShape="0" blurRad="76200" dist="25400" dir="5400000">
              <a:srgbClr val="BFBFBF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9202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 &amp; Mitchell (ACL 2025)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606040"/>
            <a:ext cx="3108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to us: LLM disambiguator on top of a retriever, training-free. Shows value depends on base-model strength — but qualitatively, two fixed models.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343400" y="1737360"/>
            <a:ext cx="3566160" cy="3566160"/>
          </a:xfrm>
          <a:prstGeom prst="roundRect">
            <a:avLst>
              <a:gd name="adj" fmla="val 2051"/>
            </a:avLst>
          </a:prstGeom>
          <a:solidFill>
            <a:srgbClr val="EAF0FB"/>
          </a:solidFill>
          <a:ln/>
          <a:effectLst>
            <a:outerShdw sx="100000" sy="100000" kx="0" ky="0" algn="bl" rotWithShape="0" blurRad="76200" dist="25400" dir="5400000">
              <a:srgbClr val="BFBFBF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0" y="19202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LLM4BioEL (EMNLP 2025)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0" y="2606040"/>
            <a:ext cx="3108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restrictive + contrastive decoding. Their own ablation: the LLM machinery adds ≤0.3 pts on BC5CDR — quiet support for us.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138160" y="1737360"/>
            <a:ext cx="3566160" cy="3566160"/>
          </a:xfrm>
          <a:prstGeom prst="roundRect">
            <a:avLst>
              <a:gd name="adj" fmla="val 2051"/>
            </a:avLst>
          </a:prstGeom>
          <a:solidFill>
            <a:srgbClr val="EAF0FB"/>
          </a:solidFill>
          <a:ln/>
          <a:effectLst>
            <a:outerShdw sx="100000" sy="100000" kx="0" ky="0" algn="bl" rotWithShape="0" blurRad="76200" dist="25400" dir="5400000">
              <a:srgbClr val="BFBFBF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366760" y="19202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55E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ANGEL (2024)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366760" y="2606040"/>
            <a:ext cx="3108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generative model, negative-aware. BC5CDR SOTA 94.7 = the ceiling. Not a retriever, so orthogonal to our analysis.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nobody characterises the effect systematically, and nobody studies what fine-tuning does to it.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did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as a measuring instrument, not a product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8013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datasets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931920" y="180136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BC5CDR · BioRED (MeSH) · MedMentions (full UMLS) — easy to hard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85292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282549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Retriever sweep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931920" y="282549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Vary retriever strength on the SAME mentions (lexical → +SapBERT)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87705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877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384962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model regimes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931920" y="3849624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Qwen3-4B: zero-shot AND LoRA fine-tuned (GPT-4o-mini as reference)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901184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487375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Decomposition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931920" y="487375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Recall@1, final Acc@1, picker accuracy, intervention precision, failure stage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 →  Rules  →  LLM.   We measure each stage separately, so the LLM's marginal contribution (P4 − P3) is isolated.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Frame: the LLM's value is set by the retriever</a:t>
            </a:r>
            <a:endParaRPr lang="en-US" sz="3200" dirty="0"/>
          </a:p>
        </p:txBody>
      </p:sp>
      <p:pic>
        <p:nvPicPr>
          <p:cNvPr id="3" name="Image 0" descr="/sessions/keen-admiring-feynman/mnt/NEL_LLM_pipeline/figures/fig1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1371600"/>
            <a:ext cx="5669280" cy="4206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737360"/>
            <a:ext cx="5394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LLM, same prompt — its gain swings ~10×, from +8.5 (MedMentions) to +0.9 (BC5CDR).</a:t>
            </a:r>
            <a:endParaRPr lang="en-US" sz="14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Causal: on the SAME mentions, only strengthening the retriever halves the gain (+8.5 → +4.3).</a:t>
            </a:r>
            <a:endParaRPr lang="en-US" sz="14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Honest: known in IR reranking &amp; Ye &amp; Mitchell. Our value = the continuous curve, and it survives headroom-normalisation (recovery rate falls too: 59% → 30%).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6126480" y="56235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Qwen3-4B (all points).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Consequence: retriever and LLM are substitutes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3383280" cy="3108960"/>
          </a:xfrm>
          <a:prstGeom prst="roundRect">
            <a:avLst>
              <a:gd name="adj" fmla="val 235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BFBFBF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20116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+7.5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8640" y="2971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 R@1 gain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4747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9E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 only  +3.2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4114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accuracy gain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06240" y="1920240"/>
            <a:ext cx="7406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~57% of the retriever improvement is absorbed by the LLM.</a:t>
            </a:r>
            <a:endParaRPr lang="en-US" sz="15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mentions the retriever now gets right were already being fixed by the LLM — credit just moves.</a:t>
            </a:r>
            <a:endParaRPr lang="en-US" sz="15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Practical: improving the retriever shows diminishing returns on the bottom line.</a:t>
            </a:r>
            <a:endParaRPr lang="en-US" sz="15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this is the arithmetic mirror of the frame, not a separate finding.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Finding: a mid-confidence "danger zone", and a gate</a:t>
            </a:r>
            <a:endParaRPr lang="en-US" sz="3200" dirty="0"/>
          </a:p>
        </p:txBody>
      </p:sp>
      <p:pic>
        <p:nvPicPr>
          <p:cNvPr id="3" name="Image 0" descr="/sessions/keen-admiring-feynman/mnt/NEL_LLM_pipeline/figures/fig3_selfha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1371600"/>
            <a:ext cx="566928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737360"/>
            <a:ext cx="5394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RATE tracks retriever uncertainty cleanly (24%→0.7%): the LLM correctly stays out when the retriever is sure.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D5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in a mid-high band [10,20) it over-intervenes and is wrong: 20 fixes vs 89 breaks (precision 18%).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confidence gate keeps ~80–90% of the benefit on &lt;30% of calls. On BC5CDR it beats full — but only for the un-tuned LLM.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Phenomenon known (Ye &amp; Mitchell; IR reranking). Our value: per-mention prediction + the gate. Zero-shot; tune threshold on dev (Pareto).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Finding: fine-tuning shifts seen vs unseen concepts</a:t>
            </a:r>
            <a:endParaRPr lang="en-US" sz="3200" dirty="0"/>
          </a:p>
        </p:txBody>
      </p:sp>
      <p:pic>
        <p:nvPicPr>
          <p:cNvPr id="3" name="Image 0" descr="/sessions/keen-admiring-feynman/mnt/NEL_LLM_pipeline/figures/fig4_memoriz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371600"/>
            <a:ext cx="539496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737360"/>
            <a:ext cx="5486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precision (BioRED, held-out): seen 73→99 (+26), unseen 78→63 (−15).</a:t>
            </a:r>
            <a:endParaRPr lang="en-US" sz="13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becomes reliable on memorised concepts, less reliable on new ones.</a:t>
            </a:r>
            <a:endParaRPr lang="en-US" sz="13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caveats: report n (seen 1007 / unseen 654) + CIs; frequency is confounded with seen/unseen (control it).</a:t>
            </a:r>
            <a:endParaRPr lang="en-US" sz="13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D5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art exists (Logeswaran/ZESHEL, entity matching) — we show it for the LLM stage, with a zero-shot control.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Finding: the anatomy of the LLM's interventions</a:t>
            </a:r>
            <a:endParaRPr lang="en-US" sz="3200" dirty="0"/>
          </a:p>
        </p:txBody>
      </p:sp>
      <p:pic>
        <p:nvPicPr>
          <p:cNvPr id="3" name="Image 0" descr="/sessions/keen-admiring-feynman/mnt/NEL_LLM_pipeline/figures/fig5_chu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1463040"/>
            <a:ext cx="5669280" cy="3931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737360"/>
            <a:ext cx="5394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Zero-shot: only ~1/3 of changes are real fixes; the rest break a correct answer or are lateral (no accuracy change).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09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halves the breaks (21%→8%) — restraint, not new skill.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"overeager where there's nothing to gain, underpowered where it matters" (not "timid").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lock in: split lateral by gold-in-list (809 forced), and add a cross-encoder baseline for "weak".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claim the material supports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Fine-tuning buys DEFERENCE, not COMPETENCE.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34747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changes WHEN the disambiguation stage intervenes — not HOW WELL it decides.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4937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mechanistic thesis that subsumes Findings 3–5 — instead of five observations with precursors.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for the thesis (cross-tabulate our own runs)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EAF0FB"/>
          </a:solidFill>
          <a:ln/>
          <a:effectLst>
            <a:outerShdw sx="100000" sy="100000" kx="0" ky="0" algn="bl" rotWithShape="0" blurRad="76200" dist="25400" dir="5400000">
              <a:srgbClr val="BFBFBF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2148840"/>
            <a:ext cx="384048" cy="384048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947672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Truly-hard band [0,2)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0" y="1947672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09E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competence flat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126480" y="1947672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≈ fine-tuned — fine-tuning does NOT help where the retriever is stuck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EAF0FB"/>
          </a:solidFill>
          <a:ln/>
          <a:effectLst>
            <a:outerShdw sx="100000" sy="100000" kx="0" ky="0" algn="bl" rotWithShape="0" blurRad="76200" dist="25400" dir="5400000">
              <a:srgbClr val="BFBFBF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342900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3227832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Mid/high bands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114800" y="3227832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restraint learned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126480" y="3227832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halved; band [10,20) precision 39%→69% (BioRED) — it learns to stay out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434340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EAF0FB"/>
          </a:solidFill>
          <a:ln/>
          <a:effectLst>
            <a:outerShdw sx="100000" sy="100000" kx="0" ky="0" algn="bl" rotWithShape="0" blurRad="76200" dist="25400" dir="5400000">
              <a:srgbClr val="BFBFBF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4709160"/>
            <a:ext cx="384048" cy="384048"/>
          </a:xfrm>
          <a:prstGeom prst="ellipse">
            <a:avLst/>
          </a:prstGeom>
          <a:solidFill>
            <a:srgbClr val="D55E00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4507992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Unseen concepts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114800" y="4507992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D55E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deference mis-fires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126480" y="4507992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learned restraint is distribution-bound; precision drops below zero-shot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confirming table (precision × confidence band × seen/unseen × zs/ft) is ~one afternoon: BioRED is ready now; BC5CDR needs one enriched re-run.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this becomes a paper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F3F7FD"/>
          </a:solidFill>
          <a:ln/>
          <a:effectLst>
            <a:outerShdw sx="100000" sy="100000" kx="0" ky="0" algn="bl" rotWithShape="0" blurRad="76200" dist="25400" dir="5400000">
              <a:srgbClr val="BFBFBF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874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Contribution structure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50292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THESIS: fine-tuning changes when, not how well.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 1 — confidence stratification (competence flat, deference rises)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 2 — intervention anatomy (breaks halved, lateral stays)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 3 — seen/unseen (deference is distribution-bound)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— retriever sweep + substitution + gate (known, cleanly measured)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— the gate Pareto curve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09360" y="1737360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EAF0FB"/>
          </a:solidFill>
          <a:ln/>
          <a:effectLst>
            <a:outerShdw sx="100000" sy="100000" kx="0" ky="0" algn="bl" rotWithShape="0" blurRad="76200" dist="25400" dir="5400000">
              <a:srgbClr val="BFBFBF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0" y="1874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lock it in (in order)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83680" y="228600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lateral by gold-in-list (Finding 5).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cross-tab (the thesis test).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every figure zero-shot / fine-tuned; add n + CIs.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cross-encoder baseline for "weak".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Dev-tuned gate threshold → full Pareto curve.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Densify the curve with real retrievers (not ANGEL).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2026-08-19T20:58:52Z</dcterms:created>
  <dcterms:modified xsi:type="dcterms:W3CDTF">2026-08-19T20:58:52Z</dcterms:modified>
</cp:coreProperties>
</file>